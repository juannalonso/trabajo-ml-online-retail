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MÓDULO  · 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probabilidad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recompra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clientes de alta y baja probabilidad de recompra para orientar acciones de fidelización y retención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8229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(UCI)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2009 – Dic 2011  ·  1,07M transacciones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GANADOR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tuneado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 vs Logística y Random Forest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Alonso  ·  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  ·  01 · 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 hipótesis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NEGOCIO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clientes con alta o baja probabilidad de volver a comprar, para orientar dos tipos de acciones comerciales: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Fidelización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VIP, ofertas exclusivas, gestor dedicado para los clientes con alta probabilidad.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7889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agresivos, campañas de reactivación para los de baja probabilidad antes de perderlos.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Y EXCLUSIONES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construir un dataset limpio, hemos descartado el 28,2 % de las transacciones: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42316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Customer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agregable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del 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Facturas "C"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Códigos no-producto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Ajustes contables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extremos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Cuantil 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400800" y="4983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limpio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0" y="5349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766.487 filas  ·  5.802 clientes únicos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47091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CORTE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de junio de 2011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77240" y="5532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meses de histórico para features  ·  6 meses de futuro para target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recompra · Online Retail II · Juan Alonso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  ·  02 · ANÁLISIS EXPLORATORIO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negocio: estacional y B2B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 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meses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10712" y="155448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ÚNICOS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75304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75304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limpieza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72784" y="155448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TOTAL LIMPIO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37376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£13,6 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37376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2009-2011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SOBRE REVENUE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99448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99448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doméstico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73152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0" descr="imgs/temp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1535" y="2862072"/>
            <a:ext cx="5289410" cy="30083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0924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VEMOS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92440" y="301752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924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503920" y="29900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en noviembre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03920" y="3291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campaña B2B previa a Navidad concentra el revenue (~£1,5 M).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92440" y="379476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9244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503920" y="37673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valle estables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503920" y="4069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febrero a agosto el revenue se mantiene entre £0,5 y £0,8 M.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2440" y="457200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9244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503920" y="45445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típico B2B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503920" y="4846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 £459 por factura, claramente mayorista.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092440" y="534924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92440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503920" y="53218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503920" y="5623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25 % de los clientes compraron una sola vez en 2 años.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recompra · Online Retail II · Juan Alonso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  ·  02 · ANÁLISIS EXPLORATORIO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comportamiento histórico al target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680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mgs/cli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151" y="1719072"/>
            <a:ext cx="6493938" cy="20025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55448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9536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TARGET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9536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cliente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377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4.864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histórico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RFM y derivadas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binario: ¿recompró?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9536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del target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95360" y="3456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52,8 %  recompró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0" y="3639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47,2 %  no recompró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HALLAZGOS CLAVE DEL CLIENTE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" y="48646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cliente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31520" y="5422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£608.821 él solo: gran mayorista B2B.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25112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07992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TÍPICO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07992" y="48646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facturas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507992" y="5422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en 18 meses, con ticket de £270.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01584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84464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FUGA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84464" y="48646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284464" y="5422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clientes son one-time buyers.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recompra · Online Retail II · Juan Alonso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  ·  03 · MODELO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algoritmos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Entrenamos tres familias de modelos (lineal, bagging y boosting) y los comparamos por AUC en un conjunto de test del 20 %.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766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imgs/comparacion_model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19" y="2130552"/>
            <a:ext cx="5893401" cy="2916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965960"/>
            <a:ext cx="41148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imgs/curva_r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012" y="2130552"/>
            <a:ext cx="2916936" cy="29169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3949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468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  </a:t>
            </a:r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tuneado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Tuning con GridSearchCV (5-fold)  ·  Modelo prácticamente empatado con la Regresión Logística (0.781), lo que sugiere que la señal del problema es predominantemente lineal.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recompra · Online Retail II · Juan Alonso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  ·  03 · MODELO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variables predicen la recompra?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mgs/shap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93" y="1719072"/>
            <a:ext cx="5495493" cy="3877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IMPORTANCIA (SHAP)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recency_days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0" y="196596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196596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92840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0" y="2350008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0" y="2350008"/>
            <a:ext cx="1331366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292840" y="2304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0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n_items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0" y="2734056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0" y="2734056"/>
            <a:ext cx="110093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292840" y="26883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32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0" y="3118104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0" y="3118104"/>
            <a:ext cx="819302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292840" y="30723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32320" y="3456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tenure_days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686800" y="3502152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86800" y="3502152"/>
            <a:ext cx="30723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292840" y="34564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3232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n_products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86800" y="388620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86800" y="3886200"/>
            <a:ext cx="30723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292840" y="3840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32320" y="434340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1520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DE NEGOCIO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315200" y="47091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cliente fiel no es el que más gasta; es el que más veces vuelve.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recencia (días desde la última compra) es la variable dominante: explica casi el doble que la siguiente. Las variables geográficas (is_uk) y de estacionalidad (q4_share) aportan muy poco una vez que se controla por el resto.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recompra · Online Retail II · Juan Alonso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  ·  04 · APLICACIÓN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propuesta de uso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calculada la probabilidad para cada cliente, proponemos tres segmentos con acciones diferenciadas: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Fidelización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≥ 70 %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~30 % de los clientes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54864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74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al cliente contento. Programas VIP, ofertas exclusivas, gestor dedicado, acceso anticipado a nuevas colecciones.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201168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Mantenimiento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30–70 %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3712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~40 % de los clientes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53712" y="3337560"/>
            <a:ext cx="54864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3474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contacto regular y aprovechar las campañas estacionales. Newsletter mensual y descuentos puntuales.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201168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Retención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30184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&lt; 30 %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30184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~30 % de los clientes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30184" y="3337560"/>
            <a:ext cx="54864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0184" y="3474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real de pérdida. Descuento agresivo, campañas de "vuelve a vernos", contacto comercial directo.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486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Priorización del gasto comercial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marketing concentra los recursos donde tienen impacto y deja de invertir en clientes que ya iban a comprar de todas formas.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recompra · Online Retail II · Juan Alonso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  ·  05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próximos pasos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DETECTADAS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anónimos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22,7 % de transacciones sin Customer ID quedan fuera del modelo.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17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único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dependen del cutoff elegido (1-jun-2011); otra ventana podría dar variaciones.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limitadas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3159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10 variables RFM; no se incluye categoría de producto, recurrencia ni canal.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029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techo ~0.79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3218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bueno pero no perfecto; un 20-25 % de los casos sigue siendo difícil de clasificar.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PROPUESTOS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9202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Enriquecer features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2304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 producto, día de la semana favorito, tendencia de gasto, días entre compras.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92608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017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temporal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diferentes cutoffs (3, 6 y 12 meses) para medir robustez del modelo.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9319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por perfil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43159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diferenciados para mayoristas vs minoristas, o UK vs internacional.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9377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5029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monitorización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53218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el modelo a producción con reentrenamiento periódico y alertas de drift.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 ·  Repositorio:  github.com/juannalonso/trabajo-ml-online-retail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probabilidad de recompra</dc:title>
  <dc:subject>PptxGenJS Presentation</dc:subject>
  <dc:creator>Juan Alonso</dc:creator>
  <cp:lastModifiedBy>Juan Alonso</cp:lastModifiedBy>
  <cp:revision>1</cp:revision>
  <dcterms:created xsi:type="dcterms:W3CDTF">2026-06-09T12:10:26Z</dcterms:created>
  <dcterms:modified xsi:type="dcterms:W3CDTF">2026-06-09T12:10:26Z</dcterms:modified>
</cp:coreProperties>
</file>